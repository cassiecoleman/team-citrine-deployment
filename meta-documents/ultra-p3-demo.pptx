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Ultra — P3 Backend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B82F6"/>
                </a:solidFill>
              </a:defRPr>
            </a:pPr>
            <a:r>
              <a:t>Team Citrine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Jacob Moore  |  Cassie Coleman  |  Derron Dowdy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Spring 2026 — AI Tools for Software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</a:defRPr>
            </a:pPr>
            <a:r>
              <a:t>Frontend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Next.js 16 + React 19 + TypeScript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Tailwind CSS v4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Leaflet maps + OpenStreetMap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Supabase Realtime (WebSocket)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C55E"/>
                </a:solidFill>
              </a:defRPr>
            </a:pPr>
            <a:r>
              <a:t>Backend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Supabase (hosted PostgreSQL)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Row-Level Security policies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Next.js Server Actions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Stripe (test mode) for payments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Zod validation on all inputs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Vitest + Playwright for testing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3 user roles: Rider, Driver, Admin — each with dedicated route groups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Session-based auth via Supabase cookies — middleware enforces role access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Server Actions as the API layer — no separate REST endpoints needed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Service Role Client bypasses RLS for server-side operations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Realtime subscriptions push ride status changes to rider UI instantly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8 database migrations covering riders, drivers, rides, payments, safety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Scale target: 30 riders, 15 drivers, 3 admins — kept simple, not over-engineered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Live Demo: Rider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1. Register / Login  -&gt;  session cookie + riders row created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2. Profile  -&gt;  real name, phone, child profiles from Supabase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3. Book a Ride  -&gt;  inserts ride with status 'matching'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4. Ride Tracking  -&gt;  Supabase Realtime updates status live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5. Ride Passes  -&gt;  Stripe checkout in test mode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6. Payment Methods  -&gt;  save cards via Stripe Setup Intents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7. Flag a Driver  -&gt;  writes to driver_flags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t>[ LIVE DEMO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Live Demo: Driver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1. Driver Login  -&gt;  middleware redirects to /driver (not rider home)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2. Shift Board  -&gt;  real driver name, status, queue count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3. Queue  -&gt;  shows real ride requests from riders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4. Accept Trip  -&gt;  ride status transitions atomically with version lock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5. Pickup Confirmation  -&gt;  two-step identity verification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6. Trip Completion  -&gt;  driver back to 'available', rider sees 'completed'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t>[ LIVE DEMO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Live Demo: Admin Panels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1. /admin/drivers  -&gt;  driver fleet with search + filters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2. /admin/requests  -&gt;  unfilled ride requests, status/type filters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3. /admin/rides  -&gt;  active rides in progress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4. /admin/completed  -&gt;  ride history with date range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5. /admin/flags  -&gt;  rider complaints — resolve or dismiss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6. All tables query real Supabase data with admin-only auth 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t>[ LIVE DEMO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Edge Cases &amp; Error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</a:defRPr>
            </a:pPr>
            <a:r>
              <a:t>Auth &amp; Access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Unauthenticated user visits /book -&gt; redirected to /login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Rider visits /admin -&gt; redirected to rider home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Driver visits /passes -&gt; redirected to driver home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Expired session -&gt; middleware catches, redirects to /login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</a:defRPr>
            </a:pPr>
            <a:r>
              <a:t>Data Integrity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Double-accept race: optimistic locking via version column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Fare split amount tampering: DB trigger blocks invitee edits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Ride pass double-decrement: version check prevents race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Child profile cross-user: ownership guard checks rider_id + is_child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Expired fare splits: UPDATE checks expires_at &gt; now()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Edge Cases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</a:defRPr>
            </a:pPr>
            <a:r>
              <a:t>Validation &amp; Input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All server actions validate with Zod before DB queries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Empty ride queue -&gt; 'No ride requests' empty state (not mock data)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Invalid plan ID -&gt; 'Invalid ride pass plan' error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Cancel already-cancelled ride -&gt; rejected with message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Cancel already-cancelled pass -&gt; rejected with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</a:defRPr>
            </a:pPr>
            <a:r>
              <a:t>Graceful Degradation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No Supabase config -&gt; falls back to mock data for dev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DB query error vs not-found: PGRST116 returns null, other errors surface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Profile page works when logged out (shows 'Guest' fallback)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Ride status page uses Realtime + polling fallback every 5s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Unit tests (Vitest): 190+ tests across all features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E2E tests (Playwright): 30+ tests covering full user flows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TDD Red-Green-Commit workflow enforced per MASTER_PROMPT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Backend suite: server actions tested with mocked Supabase client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Integration tests: schema validation against real Supabase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Every PR required passing tests before merge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2000" b="1">
                <a:solidFill>
                  <a:srgbClr val="3B82F6"/>
                </a:solidFill>
              </a:defRPr>
            </a:pPr>
            <a:r>
              <a:t>[ RUN TESTS LIVE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How effective was the LLM in generating backend code?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</a:defRPr>
            </a:pPr>
            <a:r>
              <a:t>Jacob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Extremely effective for boilerplate — Supabase queries, Zod schemas,</a:t>
            </a:r>
          </a:p>
          <a:p>
            <a:pPr lvl="1">
              <a:defRPr sz="1600">
                <a:solidFill>
                  <a:srgbClr val="94A3B8"/>
                </a:solidFill>
              </a:defRPr>
            </a:pPr>
            <a:r>
              <a:t>  RLS policies, type mappings all generated correctly first try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The TDD cycle worked well with Claude — it would write the failing test,</a:t>
            </a:r>
          </a:p>
          <a:p>
            <a:pPr lvl="1">
              <a:defRPr sz="1600">
                <a:solidFill>
                  <a:srgbClr val="94A3B8"/>
                </a:solidFill>
              </a:defRPr>
            </a:pPr>
            <a:r>
              <a:t>  I'd confirm it failed, then it wrote the minimum code to pass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Server actions, DB migrations, and test mocks were all high quality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Liked: consistent patterns — once one feature worked (ride-scheduling),</a:t>
            </a:r>
          </a:p>
          <a:p>
            <a:pPr lvl="1">
              <a:defRPr sz="1600">
                <a:solidFill>
                  <a:srgbClr val="94A3B8"/>
                </a:solidFill>
              </a:defRPr>
            </a:pPr>
            <a:r>
              <a:t>  every subsequent feature followed the same structure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Generated 8 migrations, 50+ server actions, 190+ tests in ~2 weeks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was wrong with what the LLM first generated?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</a:defRPr>
            </a:pPr>
            <a:r>
              <a:t>Cassie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Auth model was the biggest issue — actions accepted userId as a parameter</a:t>
            </a:r>
          </a:p>
          <a:p>
            <a:pPr lvl="1">
              <a:defRPr sz="1600">
                <a:solidFill>
                  <a:srgbClr val="94A3B8"/>
                </a:solidFill>
              </a:defRPr>
            </a:pPr>
            <a:r>
              <a:t>  instead of reading from the session. Required a design-level fix.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Missing dependencies — leaflet, Stripe packages referenced but not installed</a:t>
            </a:r>
          </a:p>
          <a:p>
            <a:pPr lvl="1">
              <a:defRPr sz="1600">
                <a:solidFill>
                  <a:srgbClr val="94A3B8"/>
                </a:solidFill>
              </a:defRPr>
            </a:pPr>
            <a:r>
              <a:t>  Easy to fix (npm install), but broke the build until caught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Race conditions — fare split accept/decline had TOCTOU bug between</a:t>
            </a:r>
          </a:p>
          <a:p>
            <a:pPr lvl="1">
              <a:defRPr sz="1600">
                <a:solidFill>
                  <a:srgbClr val="94A3B8"/>
                </a:solidFill>
              </a:defRPr>
            </a:pPr>
            <a:r>
              <a:t>  reading status and updating. Fixed with atomic WHERE predicates.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Harder to fix: getting the LLM to stop using env vars for identity</a:t>
            </a:r>
          </a:p>
          <a:p>
            <a:pPr lvl="1">
              <a:defRPr sz="1600">
                <a:solidFill>
                  <a:srgbClr val="94A3B8"/>
                </a:solidFill>
              </a:defRPr>
            </a:pPr>
            <a:r>
              <a:t>  and use session cookies instead. Took multiple PRs to fully resolve.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Demo state file (/tmp) cached stale ride statuses — subtle bug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How did you convince yourself the implementation</a:t>
            </a:r>
            <a:br/>
            <a:r>
              <a:t>was complete and accomplished your user stories?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</a:defRPr>
            </a:pPr>
            <a:r>
              <a:t>Derron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Mapped every user story (US01-US25) to GitHub issues and PRs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TDD gave us confidence: every behavior has a test that failed first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PR review process: every PR got a code review before merge</a:t>
            </a:r>
          </a:p>
          <a:p>
            <a:pPr lvl="1">
              <a:defRPr sz="1600">
                <a:solidFill>
                  <a:srgbClr val="94A3B8"/>
                </a:solidFill>
              </a:defRPr>
            </a:pPr>
            <a:r>
              <a:t>  LLM helped write reviews — checked for regressions, auth issues, patterns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End-to-end demo: tonight's flow proves rider-&gt;driver-&gt;admin works live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Admin panels let us verify data in real time — flags, rides, requests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Used the LLM to audit test coverage and find gaps</a:t>
            </a:r>
          </a:p>
          <a:p>
            <a:pPr lvl="1">
              <a:defRPr sz="1600">
                <a:solidFill>
                  <a:srgbClr val="94A3B8"/>
                </a:solidFill>
              </a:defRPr>
            </a:pPr>
            <a:r>
              <a:t>  e.g., it flagged missing unit tests in PR #51, missing e2e in PR #50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B82F6"/>
                </a:solidFill>
              </a:defRPr>
            </a:pPr>
            <a:r>
              <a:t>Ultra — Predictable, Affordable Rides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github.com/ai4sd-s26-memphis/team-citrine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